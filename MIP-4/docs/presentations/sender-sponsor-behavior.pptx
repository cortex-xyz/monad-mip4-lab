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The question we asked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Can someone else trigger delegated EOA execution that causes the delegated EOA to dip below reserve?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Does the delegated EOA behave differently when it submits its own transaction?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We are isolating one behavior: does the transaction sender change what dippedIntoReserve() reports?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Why this question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EIP-7702 lets an EOA temporarily behave like a smart account.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That creates two roles: the delegated EOA whose code runs, and the transaction sender who pays gas.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Sometimes they are the same account. Sometimes they are different accounts.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This split is exactly why sponsor-vs-sender behavior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The two flows we compared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Sponsor-submitted: sponsor pays gas → delegated EOA executes → delegated EOA sends MON out.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Authority-submitted: delegated EOA pays gas → delegated EOA executes → delegated EOA sends MON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The account whose balance matters is the delegated EOA.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What the official docs already tell 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Reserve accounting separates gas spend from value spend.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If the delegated EOA is not the sender: gas spend is 0; value spend is MON sent out by delegated code.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If the delegated EOA is the sender: the delegated EOA also pays gas.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The docs imply the flows are related, but not identical.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What we needed to verify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The docs imply the reserve rule should still apply.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The concrete question: when the delegated EOA drops below 10 MON during execution, does dippedIntoReserve() return true in both sender modes?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We needed transaction evidence, not only a reading of the docs.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Specification understanding is not the same as Testnet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Our experiment shape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Same network: Monad Testnet.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Same path: real EIP-7702 type-4 authorization-list transaction.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Same authority, implementation, refund sink, probe function, and checkpoints.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Changed variable: transaction sender.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This keeps the experiment narrow enough to interpret.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What the probe measured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Before drain: balance and dippedIntoReserve().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During drain below 10 MON: balance and dippedIntoReserve().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After refund above 10 MON: balance and dippedIntoReserve().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We measured both balance movement and the boolean.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Sponsor-submitted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tx: 0x83ec8ec23c84b8d5a83f91cea7bad5ed70931bc7b63cfdfab3bae4276dac5a33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txFrom: 0xF156a49d339918cAae23243C661BCca0537f0de4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balances: 20447430148844345000 → 9999999999999999999 → 20447430148844345000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dips: false → true → false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Someone else can submit the transaction and the delegated EOA can still observe true.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Authority-submitted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tx: 0x45164d211f3318567acac5e580101f58552a2e58a0e760c368e28f5a8fdccaaa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txFrom: 0x1ef26b741ddd257073f01e81e220fE61262F43b5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balances: 20392319724039345000 → 9944889575194999999 → 20392319724039345000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dips: false → true → false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The authority-submitted path also returned true while below reserve.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The core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Yes: someone else can trigger delegated EOA execution that causes the delegated EOA to dip below reserve.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In the tested path, the delegated EOA did not avoid reserve tracking when it submitted the transaction itself.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Both paths produced: false → true → false.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Sponsor-vs-sender did not change whether the reserve signal fired in this tested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The important difference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Sponsor case: sponsor pays gas; authority balance changes from delegated code movement.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Authority case: authority pays gas; its in-probe balance is already lower before the MON drain.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The boolean matched. The exact balances did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We should not say the flows are identical.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What we can safely conclude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Verified sufficient condition: protocol-created EIP-7702 delegated EOA + real type-4 authorization-list tx + delegated EOA decrements below 10 MON during execution = dippedIntoReserve() returns true.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This held for sponsor-submitted and authority-submitted transactions.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This is not the complete MIP-4 state machine.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This is the careful research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What we should not overclaim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Do not say: sender and sponsor behavior are always identical.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Say: in our tested path, sender classification did not prevent dippedIntoReserve() from becoming true.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Open variants remain: exact-boundary sender variants, below-reserve starting states, nested call visibility, ERC-4337 bundles.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Credibility comes from saying exactly what we proved.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Why this contribution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The official docs describe the expected rule.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Our repo adds transaction-level evidence: tx hashes, sender roles, balances, and dippedIntoReserve() values.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That makes the behavior reproducible for other developers.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We verify and make the behavior easier to reproduce.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What this means for Issue #9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Now we know sponsor-vs-sender can both trigger true.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The next question is: how long does that true state last?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Issue #9 should test whether the boolean is current-state based, transaction-history based, account-local, transaction-global, or affected by nested call depth.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This cleanly moves us from can it become true to what does true mean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7FA"/>
                </a:solidFill>
                <a:latin typeface="Aptos Display"/>
              </a:rPr>
              <a:t>Final punchline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384048"/>
            <a:ext cx="777240" cy="329184"/>
          </a:xfrm>
          <a:prstGeom prst="roundRect">
            <a:avLst/>
          </a:prstGeom>
          <a:solidFill>
            <a:srgbClr val="8456FF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95160" cy="4526280"/>
          </a:xfrm>
          <a:prstGeom prst="roundRect">
            <a:avLst/>
          </a:prstGeom>
          <a:solidFill>
            <a:srgbClr val="181D28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28600" tIns="228600"/>
          <a:lstStyle/>
          <a:p>
            <a:pPr algn="ctr"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The important condition is not only who submitted the transaction.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The important condition is whether the delegated EOA's balance decremented below reserve during execution.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t>In both sender modes we tested, once that happened, dippedIntoReserve() returned true.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474720" cy="4526280"/>
          </a:xfrm>
          <a:prstGeom prst="roundRect">
            <a:avLst/>
          </a:prstGeom>
          <a:solidFill>
            <a:srgbClr val="121722"/>
          </a:solidFill>
          <a:ln>
            <a:solidFill>
              <a:srgbClr val="84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/>
            <a:r>
              <a:rPr sz="1300" b="1">
                <a:solidFill>
                  <a:srgbClr val="8456FF"/>
                </a:solidFill>
                <a:latin typeface="Aptos"/>
              </a:rPr>
              <a:t>Speaker note
</a:t>
            </a:r>
          </a:p>
          <a:p>
            <a:pPr>
              <a:spcBef>
                <a:spcPts val="800"/>
              </a:spcBef>
              <a:defRPr sz="1600">
                <a:solidFill>
                  <a:srgbClr val="B1BAC4"/>
                </a:solidFill>
                <a:latin typeface="Aptos"/>
              </a:defRPr>
            </a:pPr>
            <a:r>
              <a:t>Sender role affects gas accounting. It did not stop reserve detection in the tested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7278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B1BAC4"/>
                </a:solidFill>
                <a:latin typeface="Aptos"/>
              </a:rPr>
              <a:t>Monad MIP-4 Lab · Sender vs Sponsor Behavior · Testnet evidence, not full state-machine claim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